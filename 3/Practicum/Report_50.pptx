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92479-18A8-4F72-8C45-E61BC8A8C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06EAAD-729B-4AC5-8DDB-F5CF60C6D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8FEEF-DECF-416D-9E67-93255FD6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408B8E-087C-499C-9B19-489020E2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41D18-151C-41E3-AE6B-5C57FC51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0435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26E64-1808-4A18-ADB6-8812F297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70782-4774-41FD-8B56-1066266F3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50BBA6-89AF-4D36-9E06-795058D1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EE2D2B-18A3-4B0C-BFD7-53B667FF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EE0DDC-FCB4-437F-8988-A470D3CF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5373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6D3F5-533B-4A8E-9CC1-3A84E93B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0AFFBC-6014-4ACC-BE38-005C6F74C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1AE32A-D763-4802-BEF4-7C5609A1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CB1F2E-AEEC-4FF9-987C-F5790DA7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E09B47-1C3C-46B9-9F26-28528DE5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930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889DC-E401-4288-BF74-8AEC33A8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97ECA1-558F-4758-8B5B-DC7E9EFDE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853043-1330-4F78-AA5F-25238ACF4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2924B1-333A-4AD5-8C5F-DD19066B7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1151E8-48D5-450E-97B7-86F738DB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B4226F-721B-45CF-BE14-C3A070D0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5921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47FB4-D276-4287-B07E-F2A8244F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2DACB2-593C-467D-B09A-EC872AF3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E87883-EFC7-45D4-817E-E169B0365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B8E098-2CC3-424A-A6E0-794357B29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BF713-AA08-406D-9B52-BDB707055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4A7DEA3-E5E2-4428-AE96-99DFFCD2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4D9116-BD7C-4208-B006-714DD6B4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59EDC2-E9D0-48A3-BB3F-B4B6CDD1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8190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811EC-4708-4865-A17B-B505FEF9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1A28BE-2D64-4321-B6C0-A088A940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C77298-E5DB-41B2-9713-ED6E59B5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9082F7-3781-46EA-9CC2-803CB2B3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705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FFEDAF7-2F47-45CE-803C-11BFE4FF8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B15E81-DC67-441C-A7F1-A56B7D34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4B181-B4DE-46A8-9B4B-5E0311D1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9239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DE59D-A307-4B54-83D5-42736FB7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F89C22-4998-43F4-A911-A45EAE522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357698-B5E9-434C-ADC9-D8EB56A59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97F6A0-E7A6-49FC-8D08-5B79212A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A3CFEF-583A-4E9D-ADC7-FCC3574A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18F039-DDBF-4CC2-8826-154A8F82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5722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8EC40B-249A-45AB-93BB-24AA1957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9BE03D4-A93C-4D5D-B4E1-F44DCD635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487110-F85E-4B92-93B7-83AFA74D7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4E8B02-35E4-4999-A4EA-06C8AD49D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D8BA02-F759-4E30-8200-7A6D23F9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B3B57A-A1B3-45C5-AEC9-028C33C3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2892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A1C0B-05C3-4432-9FAB-F53D33FB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F4CA3B-B7B0-43EE-B3CE-7E57696D8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C58DE2-680D-4642-87BC-20B34655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31517C-B22E-4466-B520-E57BE70F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AB579A-CD9D-4EE0-ACF6-6A913C7E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7610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28FA68-82DD-49E1-AC77-49DA79EBE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23FDE8-19AC-43EC-9EA5-94F70D136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573B2-C4ED-4A4E-A834-2EF94350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4AB07-0DFF-46C1-8480-5AB5F494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A01D5-3E66-4B90-A5B0-1B280E37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0572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AFBE7-4FE8-439D-A839-A8384F95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0A92C7-96A6-43F3-AA8C-EF1FADAE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7BD853-4125-48BE-B49C-5920AD976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E381B-B77F-4B71-A607-31A53C3190D4}" type="datetimeFigureOut">
              <a:rPr lang="ru-KZ" smtClean="0"/>
              <a:t>09.01.2026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06D4D-CE82-4452-93C3-C0F3F0741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EB3005-3F7F-4AC0-9120-D23013C8D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BB96C-65D6-4C64-9EA3-4105ABE3A32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6477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EA807-1917-43B2-985E-C9E5C59E9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ADD1DC-0A06-4DB1-8C08-C9FA1CA1A5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EE25B51-F85B-4388-B6C3-BB4F921F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" y="1102786"/>
            <a:ext cx="12192000" cy="232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7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1AC8C5-AA2B-4575-AFD1-B8FF4275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34CA9CE-771B-485C-8B61-8378EBA94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73918"/>
            <a:ext cx="10515600" cy="2677200"/>
          </a:xfrm>
        </p:spPr>
      </p:pic>
    </p:spTree>
    <p:extLst>
      <p:ext uri="{BB962C8B-B14F-4D97-AF65-F5344CB8AC3E}">
        <p14:creationId xmlns:p14="http://schemas.microsoft.com/office/powerpoint/2010/main" val="222060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63C1F-97C7-4A98-867D-7ACE4FE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7B59D1-184C-4D90-A222-57FA3D0AC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779" y="1825625"/>
            <a:ext cx="9728442" cy="4351338"/>
          </a:xfrm>
        </p:spPr>
      </p:pic>
    </p:spTree>
    <p:extLst>
      <p:ext uri="{BB962C8B-B14F-4D97-AF65-F5344CB8AC3E}">
        <p14:creationId xmlns:p14="http://schemas.microsoft.com/office/powerpoint/2010/main" val="141375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4A77C-DCFC-405E-A380-9C498CDC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4F5623-3A0D-453D-A79F-986A47DA7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3227" y="1825625"/>
            <a:ext cx="7205545" cy="4351338"/>
          </a:xfrm>
        </p:spPr>
      </p:pic>
    </p:spTree>
    <p:extLst>
      <p:ext uri="{BB962C8B-B14F-4D97-AF65-F5344CB8AC3E}">
        <p14:creationId xmlns:p14="http://schemas.microsoft.com/office/powerpoint/2010/main" val="41187166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Legs Frog's</dc:creator>
  <cp:lastModifiedBy>Legs Frog's</cp:lastModifiedBy>
  <cp:revision>1</cp:revision>
  <dcterms:created xsi:type="dcterms:W3CDTF">2026-01-09T11:16:05Z</dcterms:created>
  <dcterms:modified xsi:type="dcterms:W3CDTF">2026-01-09T11:16:41Z</dcterms:modified>
</cp:coreProperties>
</file>